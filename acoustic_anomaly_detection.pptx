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9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8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0584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365760"/>
            <a:ext cx="2286000" cy="228600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Acoustic Anomaly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Detection of Industrial Machine Faults from Audio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3063240"/>
            <a:ext cx="4069080" cy="548640"/>
          </a:xfrm>
          <a:prstGeom prst="rect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Mardini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3063240"/>
            <a:ext cx="4069080" cy="548640"/>
          </a:xfrm>
          <a:prstGeom prst="rect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3063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Khattar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794760"/>
            <a:ext cx="4069080" cy="548640"/>
          </a:xfrm>
          <a:prstGeom prst="rect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Kristy Tannoury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794760"/>
            <a:ext cx="4069080" cy="548640"/>
          </a:xfrm>
          <a:prstGeom prst="rect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Angela Nabhan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ESIB · USJ  —  Artificial Intelligence  ·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matter?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7432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9601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Costly failures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break down silently. Unplanned downtime is expensive and hard to prevent without monitoring.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80467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804672"/>
            <a:ext cx="27432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9601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fault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55848" y="1481328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of faulty machines are rare. Supervised classifiers need labelled examples we rarely have.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804672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804672"/>
            <a:ext cx="27432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1928" y="9601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is cheap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1928" y="1481328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microphone per machine, continuous recording — no physical sensors, no machine shutdown required.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detect abnormal sounds automatically — before breakdown happens.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realistic constraints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22960"/>
            <a:ext cx="863193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20116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896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2801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normal recordings at training time — no fault labels. The model learns what "normal" sounds like and flags everything else.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148840"/>
            <a:ext cx="863193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2148840"/>
            <a:ext cx="201168" cy="11155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shift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6060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 type, different factory or microphone setup → the audio distribution changes between training and deployment. The model must generalise.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3474720"/>
            <a:ext cx="8631936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474720"/>
            <a:ext cx="201168" cy="111556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547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3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Per-machine scoring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931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 and a gearbox sound completely different. One global threshold fits neither. Each machine gets its own anomaly scorer and calibrated threshold.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" y="4681728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AUC-ROC   |   0.5 = random chance   |   1.0 = perfect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1417320" cy="100584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(WAV 16kHz)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2093976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645920"/>
            <a:ext cx="1417320" cy="10058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16459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093976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66160" y="1645920"/>
            <a:ext cx="14173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16459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stages)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2093976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1645920"/>
            <a:ext cx="1417320" cy="1005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6459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093976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0" y="1645920"/>
            <a:ext cx="1417320" cy="10058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2560320" cy="438912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971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Convolutional AE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2971800"/>
            <a:ext cx="2560320" cy="438912"/>
          </a:xfrm>
          <a:prstGeom prst="rect">
            <a:avLst/>
          </a:prstGeom>
          <a:solidFill>
            <a:srgbClr val="185FA5">
              <a:alpha val="12000"/>
            </a:srgbClr>
          </a:solidFill>
          <a:ln w="12700">
            <a:solidFill>
              <a:srgbClr val="185F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54680" y="2971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Transformer AE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971800"/>
            <a:ext cx="2560320" cy="438912"/>
          </a:xfrm>
          <a:prstGeom prst="rect">
            <a:avLst/>
          </a:prstGeom>
          <a:solidFill>
            <a:srgbClr val="533AB7">
              <a:alpha val="12000"/>
            </a:srgbClr>
          </a:solidFill>
          <a:ln w="12700">
            <a:solidFill>
              <a:srgbClr val="533AB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2971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3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BEATs + GMM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6576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stack across all three stages — best method chosen per machine type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clip: anomaly_score (float) + is_anomaly (boolean)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1 &amp; 2 — Autoencoder baselines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· Convolutional AE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298448"/>
            <a:ext cx="391363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log-mel spectrogram (n_fft=1024, hop=512, n_mels=128), z-score normalised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Conv encoder → bottleneck → Conv decoder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MSE loss on normal clips only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= reconstruction error (high error = likely abnormal)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threshold calibrated on training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27448" y="804672"/>
            <a:ext cx="4160520" cy="3840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27448" y="8046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· Transformer AE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298448"/>
            <a:ext cx="391363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spectrogram input as Stage 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CNN with patch-based encoder: spectrogram patches → linear projection → multi-head self-attention (MHSA)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longer-range patterns in the sound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reconstruction-error scoring as Conv AE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selected per machine at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BEATs frozen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1481328" cy="80467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804672"/>
            <a:ext cx="1481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1152144"/>
            <a:ext cx="2743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804672"/>
            <a:ext cx="1481328" cy="80467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804672"/>
            <a:ext cx="1481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93008" y="1152144"/>
            <a:ext cx="2743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67328" y="804672"/>
            <a:ext cx="148132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67328" y="804672"/>
            <a:ext cx="1481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48656" y="1152144"/>
            <a:ext cx="2743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22976" y="804672"/>
            <a:ext cx="1481328" cy="8046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22976" y="804672"/>
            <a:ext cx="1481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04304" y="1152144"/>
            <a:ext cx="2743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78624" y="804672"/>
            <a:ext cx="1481328" cy="80467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78624" y="804672"/>
            <a:ext cx="1481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1783080"/>
            <a:ext cx="8503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BEATs: Microsoft's audio transformer, pre-trained on AudioSet (millions of real-world sounds)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frozen backbone — no fine-tuning. Extract 768-d embeddings, mean-pooled over time.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Gaussian Mixture Model (GMM) fitted per machine type on normal embeddings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= negative GMM log-likelihood — low likelihood means the clip doesn't fit the normal distribution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at the 99th percentile on training data; scorer artifacts exported as .pkl files for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2377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shift?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DCASE 2024 Task 2 (dev)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ToyCar, ToyTrain, Bearing, Fan, Gearbox, Slider, Valve (7)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source +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DCASE 2024 (additional)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machine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training data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MIMII-DUE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Fan, Gearbox, Pump, Slider, Valve (5)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multi-section, source +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320040" y="33832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always uses normal audio only — anomalous clips are held back until evaluation.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391363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(train/test CSV splits) in data/processed/manifests/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Machine-specific models trained and evaluated independently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AUC-ROC benchmarks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749808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DCASE 2024 Task 2 — Development Set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42416"/>
          <a:ext cx="8631936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+ GMM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256032" y="2542032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MIMII-DUE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816352"/>
          <a:ext cx="5943600" cy="1005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256032" y="3931920"/>
            <a:ext cx="8631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single model wins everywhere.  BEATs leads on DCASE; Conv AE leads on MIMII.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56032" y="4389120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best case: BEATs = 0.776  vs  Conv AE = 0.575  (+20 pts)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— API &amp; Docker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64592" cy="1572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914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33502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audio clip at localhost:8000. See anomaly score + flag instantly.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164592" cy="15727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914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33502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audio file → get anomaly_score + is_anomaly as JSON response.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65176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651760"/>
            <a:ext cx="164592" cy="157276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3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API docs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1821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Swagger UI at localhost:8000/docs — test endpoints live.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164592" cy="15727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18211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--rm -p 8000:8000 acoustic-anomaly-detection:latest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" y="4315968"/>
            <a:ext cx="86319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auto-publishes to Docker Hub on every push to main.  Scorer .pkl files load at startup — no GPU needed at inference.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1234440" cy="6400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19072" y="106984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need anomaly alerts — but fault recordings are too rare to label at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828800"/>
            <a:ext cx="1234440" cy="640080"/>
          </a:xfrm>
          <a:prstGeom prst="rect">
            <a:avLst/>
          </a:prstGeom>
          <a:solidFill>
            <a:srgbClr val="4A9FBF">
              <a:alpha val="20000"/>
            </a:srgbClr>
          </a:solidFill>
          <a:ln w="12700">
            <a:solidFill>
              <a:srgbClr val="4A9FB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19072" y="19385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AE → Transformer AE → BEATs+GMM, each with per-machine scoring &amp; calibrated thresholds.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697480"/>
            <a:ext cx="1234440" cy="64008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6974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19072" y="280720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BEATs+GMM: 0.638 mean AUC on DCASE 2024.  Conv AE: 0.610 mean AUC on MIMII-DUE.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566160"/>
            <a:ext cx="1234440" cy="64008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35661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19072" y="367588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 UI + Docker — one command:  docker run --rm -p 8000:8000 ...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github.com/Jean-Mardini/acoustic-anomaly-detection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898</Words>
  <Application>Microsoft Office PowerPoint</Application>
  <PresentationFormat>On-screen Show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Acoustic Anomaly Detection</dc:title>
  <dc:subject>PptxGenJS Presentation</dc:subject>
  <dc:creator>PptxGenJS</dc:creator>
  <cp:lastModifiedBy>Jean Mardini</cp:lastModifiedBy>
  <cp:revision>1</cp:revision>
  <dcterms:created xsi:type="dcterms:W3CDTF">2026-04-26T13:21:22Z</dcterms:created>
  <dcterms:modified xsi:type="dcterms:W3CDTF">2026-04-26T13:22:18Z</dcterms:modified>
</cp:coreProperties>
</file>